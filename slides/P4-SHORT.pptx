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Pipeline: 9-judge ThreadPool fan-out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eval_llm_judge.py — multi-judge mode, retry on transient errors, JSON output per judge</a:t>
            </a:r>
          </a:p>
        </p:txBody>
      </p:sp>
      <p:pic>
        <p:nvPicPr>
          <p:cNvPr id="4" name="Picture 3" descr="diagram_3_our_multijudge_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72800" cy="26177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6468848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6868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743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ALWAYS-WORKS 6-judge subset (≥95% on both): Anthropic + OpenAI + Qwen + Gemma. The 2 cheapest open-weight judges make this subset. Gemini fails on TREC RAG (web content) more than on BEIR (scientific abstracts)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github.com/asukul/p4-llm-judge (forthcoming)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