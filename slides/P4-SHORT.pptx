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4A86"/>
                </a:solidFill>
                <a:latin typeface="Calibri"/>
              </a:rPr>
              <a:t>Cross-Family LLM-Judge Agreement
for Institutional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707070"/>
                </a:solidFill>
                <a:latin typeface="Calibri"/>
              </a:rPr>
              <a:t>A 5-Family, 9-Judge Ablation with Mechanism + 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Adisak Sukul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707070"/>
                </a:solidFill>
                <a:latin typeface="Calibri"/>
              </a:rPr>
              <a:t>Iowa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07070"/>
                </a:solidFill>
                <a:latin typeface="Calibri"/>
              </a:rPr>
              <a:t>asukul@iastate.edu  ·  2026-04-28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1/17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The which-judge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RAG over institutional corpora has no gold relevance set; LLM-as-Judge fills the gap — but which judge?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No gold qrels for institutional corpora — TREC-style ground truth needs hundreds of expert hours per topic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Generic IR benchmarks (BEIR, MS-MARCO) don't transfer — web-style queries on web-style corpora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LLM-as-Judge surfaces a new question: WHICH judge? Sonnet vs GPT-5 vs Gemini vs Qwen vs Gemma?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Prior work compares within ONE provider family, or two-family pairs without ordinal weighting, or excludes open-weight peers entirely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Open-weight judges are the default for sovereign-cloud and privacy-conservative institutions — excluding them silently endorses commercial-only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Four contribution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First multi-family pairwise κ matrix with within-family controls AND open-weight as first-class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C1: Cross-family reasoning judges converge at κ ≥ 0.75 — well above the 0.4-0.6 typical baselines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C2: Within-family agreement is BOUNDED by the cross-family ceiling (no within-family pair dominates)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C3: Open-weight judges (Qwen × Gemma 4) produce the matrix-highest within-pair κ = 0.80 at ~1% of commercial cost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C4: Open-source toolkit (eval_llm_judge.py, validate_against_trec.py) + community disclosure template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§6 mechanistic decomposition (R²=93% from joint distribution; tokenizer hypothesis refuted)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§7 external validation against NIST TREC RAG 2024 qrels (ensemble κ = 0.4941 on 537 stratified-balanced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Judge slate: 9 judges across 5 families, 4 within-family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011680"/>
                <a:gridCol w="15544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Within-family pairs: Anthropic (1↔2), OpenAI (3↔4), Google-commercial (5↔6), Open-weight cross-organization (8↔9). All 9 judges score the same 570 (query, document) pairs from ISU DSpace (97k full-text PDFs) — score variance is purely judge-level. Versions pinned 2026-04-25.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Pipeline: 9-judge ThreadPool fan-out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eval_llm_judge.py — multi-judge mode, retry on transient errors, JSON output per judge</a:t>
            </a:r>
          </a:p>
        </p:txBody>
      </p:sp>
      <p:pic>
        <p:nvPicPr>
          <p:cNvPr id="4" name="Picture 3" descr="diagram_3_our_multijudge_fa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72800" cy="26177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Per-judge retrieval metrics — same documents, different verdicts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280160"/>
                <a:gridCol w="1097280"/>
                <a:gridCol w="109728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0.624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Same retrieved documents → nDCG@10 between 0.45 and 0.86 — a 1.9× spread driven entirely by judge selection. Two practitioners running identical retrieval code, scoring with different flagship judges, can arrive at OPPOSITE go/no-go decisions. Disclosure template (C4): "nDCG@10 = X.XX via [family]/[model]/[reasoning], N pairs, DATE".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9×9 pairwise κ matrix — every off-diagonal ≥ 0.56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Quadratic-weighted Cohen's κ on 570 pairs · two clusters · cross-org open-weight = 0.80 (matrix-highest)</a:t>
            </a:r>
          </a:p>
        </p:txBody>
      </p:sp>
      <p:pic>
        <p:nvPicPr>
          <p:cNvPr id="4" name="Picture 3" descr="kappa_matrix_9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5580675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Calibration clusters — calibration philosophy &gt; provider lineage</a:t>
            </a:r>
          </a:p>
        </p:txBody>
      </p:sp>
      <p:pic>
        <p:nvPicPr>
          <p:cNvPr id="3" name="Picture 2" descr="diagram_5_calibra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8457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C1: Cross-family reasoning judges converge at κ ≥ 0.75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Five cross-family pairs reach substantial-or-better κ (Sonnet ↔ GPT-5.5 = 0.79, Qwen ↔ Gemma 4 = 0.80, etc.)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Well above the 0.4-0.6 typical of prior art [Rahmani 2024] and the 0.60 unweighted baseline of [Thakur 2025]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DeepSeek V4 Pro joining the cluster RULES OUT a Western-training-data common-cause explanation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Pattern replicates across three independent ablation scales (5-, 7-, 9-judge) within run-to-run noise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EXTERNAL CORROBORATION: 9-judge ensemble achieves κ = 0.49 against published NIST qrels on TREC RAG 2024 — the convergence is not specific to our institutional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C3: Cross-org open-weight = matrix-highest κ at ~1% of commercial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Qwen 3.6 Plus ↔ Gemma 4 26B = κ 0.80 — exceeds every commercial within-family pair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Both calibrate with strict-mid commercial models (mean 1.11-1.18), NOT with reasoning-generous (1.63-1.68)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Marginal cost ~USD 0.30 (vs ~USD 18 for the commercial 7-judge frontier)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100% coverage on TREC RAG 2024 — better than 4 of 7 frontier judges (Gemini 17-24%, DSV4 40%)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Direct policy implication: sovereign-cloud and privacy-conservative deployments are NOT condemned to lower-quality judging — the cross-org open-weight pair is the recommended low-cost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Mechanism: joint-distribution structure explains R² = 93% of κ variance</a:t>
            </a:r>
          </a:p>
        </p:txBody>
      </p:sp>
      <p:pic>
        <p:nvPicPr>
          <p:cNvPr id="3" name="Picture 2" descr="judge_calibra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798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Marginal KL = coarse 33% proxy · joint-distribution dispersion + effective rank = R²=93% · structural factors fully mediated · shared-tokenizer hypothesis REFUTED (Qwen↔Gemma Jaccard=0.066, lowest, yet κ=0.80 highest).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 results — TREC RAG 2024 9-judge κ vs NIST qrels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0972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valid/537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0.5513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92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0.5123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0.4789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0.4141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0.4065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0.3958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0.4941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7-judge frontier-only median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Headlines
9-judge ensemble κ = 0.4941
→ moderate, near-substantial
5 of 9 judges hit κ ≥ 0.47
All 9 judges κ &gt; 0.39 — none at chance
Ensemble outperforms 7 of 9 single judges
Adding open-weight broadens coverage,
slightly lowers κ (robustness/headline tradeoff)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Third-corpus replication — TREC-COVID biomedical (300 pairs, 9 judges)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64592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κ vs NIST qrels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valid/300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0.4238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0.3181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0.3144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0.2743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0.2202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n/a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0.3447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(frontier-7 ensemble for ref)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0.4462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Three corpora, three κ
• ISU DSpace: within-pair max 0.80
  (no human gold available)
• TREC RAG 2024: 9-judge κ = 0.4941
  (web passages)
• BEIR scifact: precision 65.7%
  (κ undefined — all-positive qrels)
• TREC-COVID: 9-judge κ = 0.3447
  (biomedical scientific)
Open-weight broadens coverage
(Qwen + Gemma both 100%)
but lowers ensemble κ more on
biomedical (-0.10) than on web
(-0.025 on TREC RAG 2024).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Baselines and bias diagnostics (P3 additions)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4A86"/>
                </a:solidFill>
                <a:latin typeface="Calibri"/>
              </a:rPr>
              <a:t>UMBRELA single-judge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852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onsolas"/>
              </a:rPr>
              <a:t>(Upadhyay et al. 2024) prompt + GPT-4o on the same 537 pairs:
    kappa vs human = 0.4265, n_valid = 537/537
Comparison (same 537 pairs, same human qrels):
  - UMBRELA baseline:                 0.4265
  - Our prompt + GPT-4o:              0.4065
  - Our prompt + Sonnet 4.6 (best):   0.5123
  - Our 9-judge ensemble:             0.4941
  - Our 7-judge frontier ensemble:    0.5187
Both ensembles + best single judge &gt;&gt; UMBRELA single by 0.07-0.09 kappa.
The contribution is the SLATE + ENSEMBLE, not the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188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4A86"/>
                </a:solidFill>
                <a:latin typeface="Calibri"/>
              </a:rPr>
              <a:t>Bias diagnostics (free recompute)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Family conditional-mean matrix (5x5):
  Anthropic 2.07,  OpenAI 1.93,  Google 2.01
  DeepSeek 2.45,   Open-weight 1.62
  -&gt; calibration drift, NOT self-preference
     (no family's diagonal dominates its row)
Per-judge marginal score distributions:
  -&gt; visualizes 3-cluster structure directly
Length-stratified kappa: SKIPPED
  (text_preview uniformly truncated at 240
   chars in shipped JSONs; defer to re-extract)
Position bias: not directly applicable
  (single-document scoring, not pairwise)</a:t>
            </a:r>
          </a:p>
        </p:txBody>
      </p:sp>
      <p:pic>
        <p:nvPicPr>
          <p:cNvPr id="7" name="Picture 6" descr="bias_diagnostic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434840"/>
            <a:ext cx="1133856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Coverage divergence — content-domain reliability axis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2194560"/>
                <a:gridCol w="2194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 RAG 2024 (n=537)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BEIR scifact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TREC-COVID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ALWAYS-WORKS 6-judge subset (≥95% on TREC RAG + BEIR scifact): Anthropic + OpenAI + Qwen + Gemma. The 2 cheapest open-weight judges make this subset. Gemini fails on web/biomedical content more than on scientific abstracts — reliability is content-domain 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CALIBRATION PHILOSOPHY (lenient vs strict score-allocation pattern), NOT provider lineage, is the axis on which retrieval verdicts shift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Cross-family agreement (κ ≥ 0.75) is high enough that judge interchangeability is a defensible default for reasoning-capable commercial judges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Cross-organization open-weight ensemble (Qwen + Gemma 4) achieves matrix-highest κ at ~1% commercial cost — sovereign-cloud / on-prem deployments are NOT condemned to lower-quality judging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External NIST validation (κ = 0.49 ensemble) confirms moderate-substantial agreement on a public IR benchmark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Mechanism: 93% of pairwise κ variance is joint-distribution structure of paired scores — a NEW insight for ensemble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0E4A86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asukul@iastate.edu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707070"/>
                </a:solidFill>
                <a:latin typeface="Calibri"/>
              </a:rPr>
              <a:t>Code + data + paper draft: github.com/asukul/RAG-Eval-LLM-Judge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